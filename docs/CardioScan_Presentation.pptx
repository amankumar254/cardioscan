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D7377"/>
                </a:solidFill>
              </a:defRPr>
            </a:pPr>
            <a:r>
              <a:t>CardioScan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A5C"/>
                </a:solidFill>
              </a:defRPr>
            </a:pPr>
            <a:r>
              <a:t>ECG Arrhythmia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447186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67B79"/>
                </a:solidFill>
              </a:defRPr>
            </a:pPr>
            <a:r>
              <a:rPr dirty="0"/>
              <a:t>Project Presentation • </a:t>
            </a:r>
            <a:r>
              <a:rPr dirty="0" err="1"/>
              <a:t>B.Tech</a:t>
            </a:r>
            <a:r>
              <a:rPr dirty="0"/>
              <a:t> CSE (AI/ML) • Semester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201F"/>
                </a:solidFill>
              </a:defRPr>
            </a:pPr>
            <a:r>
              <a:t>Aman Kumar  •  Krish Astwal  •  Kenis Surat Ningombam  •  Aryan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1.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Why automated ECG beat classification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ECG analysis is a structured time-series classification problem with substantial morphology variation and signal noise.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CardioScan is designed as an academic end-to-end prototype: preprocessing → CNN → API → browser visualization.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The project focuses on five AAMI-oriented beat classes rather than full clinical ECG diagnosis.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2. ECG &amp; AAMI-Oriented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Beat-level classification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N — Normal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S — Supraventricular ectopic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V — Ventricular ectopic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F — Fusion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Q — Unknown / unclassifiable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Training labels are derived from MIT-BIH annotations using the corrected mapping implemented in data_preprocessing.py.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3.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MIT-BIH Arrhythmia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48 half-hour two-channel ambulatory ECG recordings from 47 subjects.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Sampling frequency: 360 samples/second.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Main processing path uses the first channel (MLII).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Expert .atr annotations provide training-time beat locations and labels.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Raw database files are not redistributed in the GitHub repository; the preprocessing script downloads them through WFDB.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4. Signal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From raw ECG to model-ready 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1. Read WFDB record and select the ECG channel.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2. Fourth-order Butterworth bandpass filter: 0.5–45 Hz.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3. Training: use annotation R-peak locations. Inference: derivative-squared + moving-average detector.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4. Extract 200 ms before + 380 ms after each peak.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5. Pad/truncate to 280 samples.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6. Apply per-beat Z-score normalization.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5.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1D residual-style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Input: 280 × 1 ECG beat.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Conv1D stem: 32 filters, kernel 7, BatchNorm, ReLU, MaxPool.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Residual blocks: 64 / 128 / 256 filters with dilations 1 / 2 / 4.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Global Average Pooling → Dense(128) → Dropout(0.4) → Softmax(5).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Corrected parameter count: approximately 530,373 trainable parameters.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6. 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Reproducible training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Loss: sparse categorical cross-entropy.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Optimizer: Adam; initial learning rate 1e-3 with CosineDecayRestarts.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Batch size: 128; maximum 60 epochs.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Early stopping: patience 10, restore best weights.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Balanced class weights address severe class imbalance.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Stratified beat-level split: approximately 70% train / 15% validation / 15%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7.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Reported performance on the supplied held-out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Test accuracy: 98.95%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Macro F1: 96.91%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Weighted F1: 98.96%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Per-class F1: N 1.00 • S 0.98 • V 0.98 • F 0.90 • Q 1.00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Fusion is the most difficult reported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8. Evaluation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What the 98.95% result does — and does not —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The split is performed at beat level, not by patient.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Beats from the same patient can therefore appear in training and test partitions.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The result is not patient-independent validation and should not be presented as clinical validation.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Future evaluation should use subject-disjoint protocols such as DS1/DS2 or an independent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9. Full-Stack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React + Flask + TensorFlow/Keras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React/Vite frontend: upload matching .dat + .hea files and visualize results.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Flask API: POST /api/analyze and GET /api/health.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WFDB + SciPy + NumPy: signal reading and preprocessing.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TensorFlow/Keras model: five-class probability output.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Temporary upload directory prevents persistent storage of submitted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10.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Research prototype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Current model is trained on a single benchmark database.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Main path uses a single ECG channel and 360 Hz-oriented preprocessing.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No prospective clinical validation has been performed.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Future: patient-independent evaluation, multi-lead ECG, streaming inference, transformers, signal-quality checks, calibration, and external clinical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B79"/>
                </a:solidFill>
              </a:defRPr>
            </a:pPr>
            <a:r>
              <a:t>CardioScan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End-to-end ECG beat classification research prototype.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98.95% accuracy and 96.91% macro F1 on the supplied beat-level stratified test split.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Corrected documentation now distinguishes benchmark performance from patient-independent and clinical validation.</a:t>
            </a:r>
          </a:p>
          <a:p>
            <a:pPr>
              <a:spcAft>
                <a:spcPts val="900"/>
              </a:spcAft>
              <a:defRPr sz="1700">
                <a:solidFill>
                  <a:srgbClr val="14201F"/>
                </a:solidFill>
              </a:defRPr>
            </a:pPr>
            <a:r>
              <a:t>• Academic prototype only — not a medical device or diagnostic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B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799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Kumar</cp:lastModifiedBy>
  <cp:revision>2</cp:revision>
  <dcterms:created xsi:type="dcterms:W3CDTF">2013-01-27T09:14:16Z</dcterms:created>
  <dcterms:modified xsi:type="dcterms:W3CDTF">2026-10-08T20:47:17Z</dcterms:modified>
  <cp:category/>
</cp:coreProperties>
</file>